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2026-10-02T11:06:09.276320Z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f0cebd42e9f38ffb1360760f16c5ffcec58ab425b2ea7a48d89dfffb639b9014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2026-10-02T11:06:09.276320Z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