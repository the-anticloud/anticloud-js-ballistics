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2026-10-02T11:06:08.875691Z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72f4060e5aea10664dd3e7c7ac6bb4f3b63877b2a607a3e0dc7223f773b06da1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2026-10-02T11:06:08.875691Z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