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JS_BALLISTICS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Simple ballistic trajectory in C without data egress. Cloud-hosted alternatives leak data by architecture; Anticloud FZ LLE delivers JS_BALLISTICS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JS_BALLISTICS (https://github.com/ericfischer/ballistics,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ARTILLERY_MANUFACTURING;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