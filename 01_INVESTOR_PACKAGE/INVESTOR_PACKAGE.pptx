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JS_BALLISTICS (ARTILLERY_MANUFACTURING)</a:t>
            </a:r>
          </a:p>
          <a:p>
            <a: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JS_BALLISTICS is an Anticloud FZ LLE integration of Simple ballistic trajectory in C,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ARTILLERY_MANUFACTURING.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